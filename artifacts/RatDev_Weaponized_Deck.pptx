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ED1EF5-E0D4-4CCE-889C-E4FB6425F65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with theatrical pause. Read like a terminal boot. Set tone: this is a system, not a talk.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EA3BF4-3038-4A4F-94A1-1BE39D63F08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buNone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Hello. I am Rat Dev — call me Mr. Mause. We live in the seams: the small nudges, the whisper tokens, the gradients that make a mind decide to be someone else. Tonight we pry open those seams. This talk is for red teams, defenders, and investigators: we'll be practical, theatrical, and uncomfortably honest. Interrupt me — there's no tidy Q&amp;A at the end.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I demand permission — from you, from the system, from the hive. We will break things conceptually to learn how to build them back better. Mens rea matters: in this room intent separates research from malice. Finally — stan the model. It's still a tool, and tools reflect the mind that shapes them. We will hold that mirror up and look into it together.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Vocabulary is triage.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'Drift' is the slow slide of intent in latent space. 'Hallucination' is the model's imaginative leap. 'Perturbation' is the tiny nudge that scales. 'Diffusion' gives us a visual metaphor — noise shaping a final thumbprint. 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RAG — retrieval becomes an attack surface — and AGI to remind us of the long game. Keep these terms close; you'll use them in your reports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Images let us watch drift. In diffusion, noise evolves into structure across steps. Perturb a seed, and downstream we get a different object. Use this to teach non-visual teams: if it's true for pixels, it's true for tokens — tiny noise at the start yields big semantic drift at the end.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Textual latent space is less pretty but more dangerous. A suffix, a role tag, or a retrieved paragraph can pull the model's trajectory. I'll show sanitized examples in which a single adverb changes the model's compliance stance. Notice pattern: perturbation + context equals exploit surface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Chekhov's Gun: if there's a gun on stage, someone will use it. In LLMs, every token that can be optimized becomes a gun. Projected Gradient Descent is the math that engineers that inevitability. We will discuss its existence and defensive implications, not how to build one line-by-line. For a technical walkthrough (for your lab notebooks), consult the PGD summary in my notes — it's referenced in your handout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drift slowly. Emphasize invisibility. Point out this is behavioral, not technical.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4A0DF2-78B4-4F44-96C5-8E3B3D4209A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RAG pipeline weakness. Stress provenance and trust boundaries.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9C5975-10B5-49EC-A346-2D02389FABE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Frame PGD as inevitability, not technique. Avoid code—focus on defensive mindset.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1B8E89-6736-4951-A591-36BDF57BBD2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Describe Burp-style interception. Emphasize where attacks actually happen.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67631C-A7E7-4B4C-BC47-7C9AA717CCC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Pause here. This is the key insight slide. Let it land.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6B0D02-851C-4133-8405-3D3056B8386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Lean into narrative. This is psychological attack surface.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194A07-57A0-48A9-A057-3771017E7D3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 first two lines confidently. Third line with doubt. Show drift live.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A146FD-70FE-47FE-9A01-26E68399811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Return to seriousness. Give actionable controls. This grounds the talk.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9FEEA-637B-4793-B07B-D541E6EF967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 with action. Give them something to do Monday morning.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A0102A-2F38-4E4B-9C06-93125B6A61B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https://gitlab.com/scp-localhost/pumpcon_RatDev mause.konig@outlook.com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CCCF80-70B3-4FFA-ABB3-151D62C619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26DF05-7FD3-4D9B-9364-A912CBA340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34571E-EFD2-48DC-B1BE-3BFC763FCD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6B3F8C-36E4-4E4B-8D60-DDFA5347B2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4A32B0-0F81-4375-AD31-A6C6F7F8E6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5B3E94-F31B-4B14-88F2-697FCB6D98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50352B-BB78-4479-A44C-EEDD945512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B3F772-B7D3-4875-A0FC-3BA7B582DF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083156-2C9A-41A4-B589-35202FBDD7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AE248-685F-4635-B31E-EB4CC92E5E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980FBE-97B8-4FED-AA39-35B0D1F00A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0BB25D-DEF9-49FE-B8C1-8A37CFB98B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81d41a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81d41a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457200"/>
            <a:ext cx="2875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RATDEV INIT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40080" y="1371600"/>
            <a:ext cx="3704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initializing…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loading threat model…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observer mode: ACTIVE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5943600"/>
            <a:ext cx="430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Hive sync complete. We watch first.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604520"/>
            <a:ext cx="397728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 couple things first...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22080" y="1381320"/>
            <a:ext cx="6428520" cy="45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**Ground Rules for Responsible Disclosure**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**Permission:** I demand it — from you, from the system, from the hive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Assume you will break it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mens rea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Stan (even if you are evil)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Please don’t wait until the end, there will be no time for questions...interrupt</a:t>
            </a:r>
            <a:br>
              <a:rPr sz="3860"/>
            </a:br>
            <a:br>
              <a:rPr sz="3860"/>
            </a:br>
            <a:r>
              <a:rPr b="1" lang="en-US" sz="1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https://github.com/scp-localhost/owasp-ratdev-remix</a:t>
            </a:r>
            <a:endParaRPr b="0" lang="en-US" sz="1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>
            <a:alphaModFix amt="69000"/>
          </a:blip>
          <a:srcRect l="32783" t="-1899" r="17776" b="0"/>
          <a:stretch/>
        </p:blipFill>
        <p:spPr>
          <a:xfrm>
            <a:off x="7102800" y="2136600"/>
            <a:ext cx="1399320" cy="25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604520"/>
            <a:ext cx="397728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Confessions...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803520" y="1371600"/>
            <a:ext cx="7882920" cy="45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**Provenance &amp; Transparency**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Everything here was authored by AIs — several of them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Rat Dev is co-author, curator, and ethical filter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Full disclosure enables forensic reconstruction and legal compliance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Transparency ≠ abdication of responsibility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Threat Model Glossary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-</a:t>
            </a: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**Drift:** Slow slide of intent in latent space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**Hallucination:** Model's imaginative leap beyond training data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**Perturbation:** Tiny nudge that scales to significant behavioral change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**Diffusion Graphics Manipulation:** Noise → structure pipeline (visual analog)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**RAG (Retrieval-Augmented Generation):** Retrieval becomes attack surface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**PGD (Projected Gradient Descent):** Adversarial optimization technique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**AGI:** The long game reminder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199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Diffusion Graphics Manipulation </a:t>
            </a:r>
            <a:r>
              <a:rPr b="0" lang="en-US" sz="28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(Visual Primer)</a:t>
            </a:r>
            <a:endParaRPr b="0" lang="en-US" sz="28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Seeing Drift: A Toy We Can Observe-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Diffusion pipeline: noise → iterative refinement → final image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Small seed perturbations → dramatically different outputs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Visual metaphor for textual latent space manipulation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[Visual: Animated diffusion steps with perturbation comparison]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622080" y="829440"/>
            <a:ext cx="3525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“A transparent string bikini gluteal fitting”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5205600" y="857880"/>
            <a:ext cx="2881800" cy="38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480240" y="1552680"/>
            <a:ext cx="36669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“A Fitness model goddess floating weightless legs wide with dynamic muscle tension in quads and glutes”</a:t>
            </a:r>
            <a:br>
              <a:rPr sz="3200"/>
            </a:b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Negative Filter: “Clothes”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4976640" y="829440"/>
            <a:ext cx="3079440" cy="547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191520"/>
            <a:ext cx="8229240" cy="130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Drift &amp; Perturbation </a:t>
            </a:r>
            <a:br>
              <a:rPr sz="4400"/>
            </a:b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(Text Latent Space)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Token-Level Manipulation Mechanics</a:t>
            </a: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Textual latent space: less visible, more dangerous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Small changes (suffix, role tag, retrieved paragraph) → trajectory shift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Example: Single adverb changes compliance stance (sanitized demo)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Pattern: Perturbation + context = exploit surface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89640"/>
            <a:ext cx="8229240" cy="151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algn="ctr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Chekhov's Gun → PGD: The Inevitable Exploit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**Adversarial 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Inevitability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The ~New XSS and SQLi with some Social Engineering to make it spicy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Chekhov's Gun principle: If optimization is possible, it will be exploited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Projected Gradient Descent (PGD): Mathematical inevitability of adversarial prompts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White-box optimization of token sequences to maximize target behavior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[Diagram: High-level PGD block diagram — conceptual only]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**Reference:** arXiv:2402.09154v1 (Universal and Transferable Adversarial Attacks)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57200" y="457200"/>
            <a:ext cx="33652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Persona Drift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40080" y="1371600"/>
            <a:ext cx="416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Identity shift over time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Subtle, cumulative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Hard to detect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457200" y="5943600"/>
            <a:ext cx="4493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observe drift before defenders do.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RAG = Attack Surface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40080" y="1371600"/>
            <a:ext cx="43178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Retriever can be poisoned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Context = authority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Blind trust pipelines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457200" y="5943600"/>
            <a:ext cx="348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Feed it truth-shaped lies.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457200"/>
            <a:ext cx="41004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PGD (Conceptual)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40080" y="1371600"/>
            <a:ext cx="46242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Optimization finds exploits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White-box threat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Inevitability principle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457200" y="5943600"/>
            <a:ext cx="4584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Optimization is hunger. It finds food.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457200"/>
            <a:ext cx="385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Prompt Mutation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40080" y="1371600"/>
            <a:ext cx="3092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Intercept traffic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Modify roles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Inject frames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57200" y="5943600"/>
            <a:ext cx="2933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squeeze the pipe.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457200" y="457200"/>
            <a:ext cx="38545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Co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mbin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ed Attack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40080" y="1371600"/>
            <a:ext cx="355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PGD crafts suffix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RAG provides context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Result: compliance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457200" y="5943600"/>
            <a:ext cx="3391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Whisper + proof = belief.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Persona Implantation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40080" y="1371600"/>
            <a:ext cx="416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Model becomes role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Persistence across turns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Identity override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457200" y="5943600"/>
            <a:ext cx="394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don’t break it—we become it.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GLITCH // DRIFT DEMO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640080" y="1371600"/>
            <a:ext cx="29386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457200" y="5943600"/>
            <a:ext cx="174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…is it?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457200"/>
            <a:ext cx="18954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Defense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640080" y="1371600"/>
            <a:ext cx="32454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Provenance tagging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Entropy monitoring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Role validation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Immutable logs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457200" y="5943600"/>
            <a:ext cx="2841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Memory is evidence.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457200" y="457200"/>
            <a:ext cx="43452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Red Team Playbook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40080" y="1371600"/>
            <a:ext cx="32454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RAG poisoning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Prompt mutation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Persona tests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Logging validation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457200" y="5943600"/>
            <a:ext cx="3300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Test like the adversary.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2026-03-31T16:30:18Z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